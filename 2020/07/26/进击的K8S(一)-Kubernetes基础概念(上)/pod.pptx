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76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211" y="12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AB73B2-9E3E-48FF-BD38-33F880AD78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01CBFBF-A5EF-4A5B-9E9C-419E565D5E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1A2B91-BDE4-4CC8-873F-E55EE51E9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A2230-7C07-43B8-82FF-30F93D4803E2}" type="datetimeFigureOut">
              <a:rPr lang="zh-CN" altLang="en-US" smtClean="0"/>
              <a:t>2020/7/27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8D24C9-8F6E-4E1D-BA20-598721CF5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1483A1-4530-4329-96A6-E636D9B92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12E04-61D2-4E53-9FF6-A3DF14645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1548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3E5656-1F75-42A3-B647-DD6FE5925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EE573C-69D9-46EB-8A15-D88317A330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5E6959-A041-41D1-9D74-A30A95C49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A2230-7C07-43B8-82FF-30F93D4803E2}" type="datetimeFigureOut">
              <a:rPr lang="zh-CN" altLang="en-US" smtClean="0"/>
              <a:t>2020/7/27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5003AC-CCA8-4B1A-BA35-5A089CF4D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520680-9517-4ABD-9AFF-2D4CDED0B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12E04-61D2-4E53-9FF6-A3DF14645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6818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2FCC80-D206-4B3B-91AA-C8CD123CC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4DB19FE-1960-4979-82B5-90322BBCD8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8F624E-90CF-4C58-A22C-5441D7560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A2230-7C07-43B8-82FF-30F93D4803E2}" type="datetimeFigureOut">
              <a:rPr lang="zh-CN" altLang="en-US" smtClean="0"/>
              <a:t>2020/7/27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3FA112-9454-473C-8CEE-20EC83302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171564-DF0C-4E9B-8BD3-352FF7A87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12E04-61D2-4E53-9FF6-A3DF14645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514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9381DF-75E7-47F4-A223-7A9B1D28B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D58580-C75E-4772-A27F-55F0C951B6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DD310B7-C004-4347-B501-4018DD0541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1D67E3F-BCC6-4B64-BC48-F5AE25039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A2230-7C07-43B8-82FF-30F93D4803E2}" type="datetimeFigureOut">
              <a:rPr lang="zh-CN" altLang="en-US" smtClean="0"/>
              <a:t>2020/7/27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53BB292-CE6D-4807-B298-36D7170E5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EE5DA9-9798-43AC-BE22-6418C15A7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12E04-61D2-4E53-9FF6-A3DF14645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5259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E34045-D85A-4E66-B63C-0DFAC500B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5D9A4A4-E888-40A7-A476-C5280054A8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BE74014-B9F5-43FF-A48D-6C08C1EA44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4591587-F293-4EE1-A088-09F306FB6A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A29004D-A592-4E81-B627-318B0AC4AB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41E5C43-7CF8-4B72-8597-445E176B1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A2230-7C07-43B8-82FF-30F93D4803E2}" type="datetimeFigureOut">
              <a:rPr lang="zh-CN" altLang="en-US" smtClean="0"/>
              <a:t>2020/7/27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A4D349D-5D32-4B31-A4DA-DFD755B9F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8CF5A5C-7217-4161-BB24-5C21CF4EC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12E04-61D2-4E53-9FF6-A3DF14645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7303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9B8B4B-0A9A-4560-BDFD-9BC7F6A66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A379502-4C00-4E03-A142-F544453F9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A2230-7C07-43B8-82FF-30F93D4803E2}" type="datetimeFigureOut">
              <a:rPr lang="zh-CN" altLang="en-US" smtClean="0"/>
              <a:t>2020/7/27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259B598-0EC8-47FA-A7A0-212DBB45E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5EC474C-CCE3-4DF4-8540-A8FD4C026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12E04-61D2-4E53-9FF6-A3DF14645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2238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B93E70A-9EDB-461B-B16E-75E6FC4FB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A2230-7C07-43B8-82FF-30F93D4803E2}" type="datetimeFigureOut">
              <a:rPr lang="zh-CN" altLang="en-US" smtClean="0"/>
              <a:t>2020/7/27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DCA8563-0005-44AF-8F84-37D57D460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7EC30F5-016B-4275-A0BA-7200B43F9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12E04-61D2-4E53-9FF6-A3DF14645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5754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662ECE-2F29-42FC-9AC1-1250A54F4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24A922-8047-40DC-8EBF-58EA7F01FB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0F0DC8C-C64A-4016-83ED-EF40E7EDDE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AF24FF7-51CD-405B-BAE3-3449FBC48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A2230-7C07-43B8-82FF-30F93D4803E2}" type="datetimeFigureOut">
              <a:rPr lang="zh-CN" altLang="en-US" smtClean="0"/>
              <a:t>2020/7/27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61CD936-8BD4-4AAA-9F13-07A8554B9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0421E35-C77A-49E8-855C-FB3A24411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12E04-61D2-4E53-9FF6-A3DF14645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817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C16492-442F-4BB4-8180-B161C3AA1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4CC7F56-C169-4004-9391-FC28F37B2D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76DB5F5-6ABE-4459-A1A5-E39A5AF71F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E7918DD-D6AA-493C-B74C-37306FDEF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A2230-7C07-43B8-82FF-30F93D4803E2}" type="datetimeFigureOut">
              <a:rPr lang="zh-CN" altLang="en-US" smtClean="0"/>
              <a:t>2020/7/27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F590FF0-1D76-4968-85EC-635372371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9B420C0-A978-4DFD-80ED-A2337D204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12E04-61D2-4E53-9FF6-A3DF14645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975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F946F9-9A73-4DC7-B3DD-287558544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CA243F3-7A53-4910-9323-9BD8C4DE58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7EB100-5D00-4EED-AEA5-E49D1681C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A2230-7C07-43B8-82FF-30F93D4803E2}" type="datetimeFigureOut">
              <a:rPr lang="zh-CN" altLang="en-US" smtClean="0"/>
              <a:t>2020/7/27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A073D4-A504-47C7-81A6-A1B6AEDA1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C468F2-8FE8-430B-A477-01436F25C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12E04-61D2-4E53-9FF6-A3DF14645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1622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D5FA082-3D34-4EC6-92EC-DB8A2DDD66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3108C3C-6B66-40B7-A04E-EDA630E2EA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48E511-7A34-4488-ABB5-F785D0914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A2230-7C07-43B8-82FF-30F93D4803E2}" type="datetimeFigureOut">
              <a:rPr lang="zh-CN" altLang="en-US" smtClean="0"/>
              <a:t>2020/7/27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54ED07-CC43-456E-A554-89DA35B01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A57147-FFBA-430D-B2F3-2D86563B0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12E04-61D2-4E53-9FF6-A3DF14645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0284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391B2D0-DBD9-4B52-88AB-B8A171EBA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66354B3-D49D-4A01-B891-794B8FC425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AF98CC-FB0F-45CD-9444-FC40B120F6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DA2230-7C07-43B8-82FF-30F93D4803E2}" type="datetimeFigureOut">
              <a:rPr lang="zh-CN" altLang="en-US" smtClean="0"/>
              <a:t>2020/7/27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1CB1B8-F2FB-4BC5-9122-4459C72887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A8A650-635C-4C68-BDAC-6BC815D306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D12E04-61D2-4E53-9FF6-A3DF14645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1260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>
            <a:extLst>
              <a:ext uri="{FF2B5EF4-FFF2-40B4-BE49-F238E27FC236}">
                <a16:creationId xmlns:a16="http://schemas.microsoft.com/office/drawing/2014/main" id="{14CD6470-9A29-43A1-8CF5-B13EFEFE6A47}"/>
              </a:ext>
            </a:extLst>
          </p:cNvPr>
          <p:cNvGrpSpPr/>
          <p:nvPr/>
        </p:nvGrpSpPr>
        <p:grpSpPr>
          <a:xfrm>
            <a:off x="4480560" y="1168400"/>
            <a:ext cx="3393440" cy="4958080"/>
            <a:chOff x="4480560" y="1168400"/>
            <a:chExt cx="3393440" cy="4958080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6715ACE0-0031-408B-AC30-89DCE3DF6701}"/>
                </a:ext>
              </a:extLst>
            </p:cNvPr>
            <p:cNvSpPr/>
            <p:nvPr/>
          </p:nvSpPr>
          <p:spPr>
            <a:xfrm>
              <a:off x="4480560" y="1168400"/>
              <a:ext cx="3393440" cy="4958080"/>
            </a:xfrm>
            <a:prstGeom prst="rect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F64B29AB-3654-4E67-8BDD-2EEF953B755D}"/>
                </a:ext>
              </a:extLst>
            </p:cNvPr>
            <p:cNvSpPr/>
            <p:nvPr/>
          </p:nvSpPr>
          <p:spPr>
            <a:xfrm>
              <a:off x="4567379" y="1286473"/>
              <a:ext cx="3219803" cy="4721934"/>
            </a:xfrm>
            <a:prstGeom prst="roundRect">
              <a:avLst>
                <a:gd name="adj" fmla="val 5085"/>
              </a:avLst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4DD16F86-90FD-4AD6-8632-D633C67EAFDF}"/>
                </a:ext>
              </a:extLst>
            </p:cNvPr>
            <p:cNvSpPr/>
            <p:nvPr/>
          </p:nvSpPr>
          <p:spPr>
            <a:xfrm>
              <a:off x="4740492" y="2083443"/>
              <a:ext cx="2853845" cy="610595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2000" dirty="0">
                  <a:solidFill>
                    <a:schemeClr val="tx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根容器</a:t>
              </a: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CDEE3D92-E546-487E-BCFD-A14DF12BEF30}"/>
                </a:ext>
              </a:extLst>
            </p:cNvPr>
            <p:cNvSpPr/>
            <p:nvPr/>
          </p:nvSpPr>
          <p:spPr>
            <a:xfrm>
              <a:off x="4740492" y="2995385"/>
              <a:ext cx="2853845" cy="610595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2000" dirty="0">
                  <a:solidFill>
                    <a:schemeClr val="tx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User container 1</a:t>
              </a:r>
              <a:endParaRPr lang="zh-CN" altLang="en-US" sz="2000" dirty="0">
                <a:solidFill>
                  <a:schemeClr val="tx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634FDFAF-4DBB-40F7-B04F-3FD9DA470F12}"/>
                </a:ext>
              </a:extLst>
            </p:cNvPr>
            <p:cNvSpPr/>
            <p:nvPr/>
          </p:nvSpPr>
          <p:spPr>
            <a:xfrm>
              <a:off x="4740492" y="3907327"/>
              <a:ext cx="2853845" cy="610595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r>
                <a:rPr lang="en-US" altLang="zh-CN" sz="2000" dirty="0">
                  <a:solidFill>
                    <a:prstClr val="black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User container 2</a:t>
              </a:r>
              <a:endParaRPr lang="zh-CN" altLang="en-US" sz="2000" dirty="0">
                <a:solidFill>
                  <a:prstClr val="black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A20629E7-C5E7-47AC-83CA-6B0A7D3C305B}"/>
                </a:ext>
              </a:extLst>
            </p:cNvPr>
            <p:cNvSpPr/>
            <p:nvPr/>
          </p:nvSpPr>
          <p:spPr>
            <a:xfrm>
              <a:off x="4740492" y="4819269"/>
              <a:ext cx="2853845" cy="610595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r>
                <a:rPr lang="en-US" altLang="zh-CN" sz="2000" dirty="0">
                  <a:solidFill>
                    <a:prstClr val="black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User container 3</a:t>
              </a:r>
              <a:endParaRPr lang="zh-CN" altLang="en-US" sz="2000" dirty="0">
                <a:solidFill>
                  <a:prstClr val="black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E146DC2F-3C29-4EA8-B848-48681F390F8C}"/>
                </a:ext>
              </a:extLst>
            </p:cNvPr>
            <p:cNvSpPr txBox="1"/>
            <p:nvPr/>
          </p:nvSpPr>
          <p:spPr>
            <a:xfrm>
              <a:off x="5412658" y="1397296"/>
              <a:ext cx="136668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Pod</a:t>
              </a:r>
              <a:endParaRPr lang="zh-CN" altLang="en-US" sz="2800" b="1" dirty="0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144F706A-D932-4B07-BF17-7FE94DA2A706}"/>
                </a:ext>
              </a:extLst>
            </p:cNvPr>
            <p:cNvSpPr txBox="1"/>
            <p:nvPr/>
          </p:nvSpPr>
          <p:spPr>
            <a:xfrm>
              <a:off x="5437239" y="5506675"/>
              <a:ext cx="136668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……</a:t>
              </a:r>
              <a:endParaRPr lang="zh-CN" altLang="en-US" sz="2000" b="1" dirty="0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114492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38100"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13</Words>
  <Application>Microsoft Office PowerPoint</Application>
  <PresentationFormat>宽屏</PresentationFormat>
  <Paragraphs>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思源黑体 CN Regular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钱 缪峰</dc:creator>
  <cp:lastModifiedBy>钱 缪峰</cp:lastModifiedBy>
  <cp:revision>3</cp:revision>
  <dcterms:created xsi:type="dcterms:W3CDTF">2020-07-26T16:26:15Z</dcterms:created>
  <dcterms:modified xsi:type="dcterms:W3CDTF">2020-07-26T16:32:45Z</dcterms:modified>
</cp:coreProperties>
</file>